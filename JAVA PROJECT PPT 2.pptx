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373" y="0"/>
            <a:ext cx="1769744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595" y="622668"/>
            <a:ext cx="14004399" cy="15300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82464" y="2563436"/>
            <a:ext cx="15360015" cy="488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28127" y="3094064"/>
            <a:ext cx="61055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75" dirty="0"/>
              <a:t>JAVA</a:t>
            </a:r>
            <a:r>
              <a:rPr sz="4000" spc="-390" dirty="0"/>
              <a:t> </a:t>
            </a:r>
            <a:r>
              <a:rPr sz="4000" spc="-320" dirty="0"/>
              <a:t>PROGRAMING</a:t>
            </a:r>
            <a:r>
              <a:rPr sz="4000" spc="-390" dirty="0"/>
              <a:t> </a:t>
            </a:r>
            <a:r>
              <a:rPr sz="4000" spc="-375" dirty="0"/>
              <a:t>LAB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1876605" y="4311462"/>
            <a:ext cx="5410835" cy="1219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7510">
              <a:lnSpc>
                <a:spcPct val="100000"/>
              </a:lnSpc>
              <a:spcBef>
                <a:spcPts val="100"/>
              </a:spcBef>
            </a:pPr>
            <a:r>
              <a:rPr sz="2500" spc="-70" dirty="0">
                <a:latin typeface="Verdana"/>
                <a:cs typeface="Verdana"/>
              </a:rPr>
              <a:t>PRESENTED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195" dirty="0">
                <a:latin typeface="Verdana"/>
                <a:cs typeface="Verdana"/>
              </a:rPr>
              <a:t>By:-</a:t>
            </a:r>
            <a:r>
              <a:rPr sz="2500" spc="-250" dirty="0">
                <a:latin typeface="Verdana"/>
                <a:cs typeface="Verdana"/>
              </a:rPr>
              <a:t> </a:t>
            </a:r>
            <a:r>
              <a:rPr lang="en-US" sz="2500" spc="-265" dirty="0">
                <a:latin typeface="Arial Black"/>
                <a:cs typeface="Verdana"/>
              </a:rPr>
              <a:t>Ayush Gangwar</a:t>
            </a:r>
            <a:endParaRPr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400"/>
              </a:spcBef>
            </a:pPr>
            <a:r>
              <a:rPr sz="2500" spc="-105" dirty="0">
                <a:latin typeface="Verdana"/>
                <a:cs typeface="Verdana"/>
              </a:rPr>
              <a:t>GUIDED</a:t>
            </a:r>
            <a:r>
              <a:rPr sz="2500" spc="-270" dirty="0">
                <a:latin typeface="Verdana"/>
                <a:cs typeface="Verdana"/>
              </a:rPr>
              <a:t> </a:t>
            </a:r>
            <a:r>
              <a:rPr sz="2500" spc="-50" dirty="0">
                <a:latin typeface="Verdana"/>
                <a:cs typeface="Verdana"/>
              </a:rPr>
              <a:t>By:</a:t>
            </a:r>
            <a:r>
              <a:rPr sz="2500" spc="60" dirty="0">
                <a:latin typeface="Verdana"/>
                <a:cs typeface="Verdana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MR.</a:t>
            </a:r>
            <a:r>
              <a:rPr sz="2500" spc="-245" dirty="0">
                <a:latin typeface="Arial Black"/>
                <a:cs typeface="Arial Black"/>
              </a:rPr>
              <a:t> </a:t>
            </a:r>
            <a:r>
              <a:rPr sz="2500" spc="-254" dirty="0">
                <a:latin typeface="Arial Black"/>
                <a:cs typeface="Arial Black"/>
              </a:rPr>
              <a:t>CHETAN</a:t>
            </a:r>
            <a:r>
              <a:rPr sz="2500" spc="-245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DHAKAD</a:t>
            </a:r>
            <a:endParaRPr sz="2500" dirty="0">
              <a:latin typeface="Arial Black"/>
              <a:cs typeface="Arial Black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396411" y="7596118"/>
            <a:ext cx="114300" cy="2305050"/>
            <a:chOff x="9396411" y="7596118"/>
            <a:chExt cx="114300" cy="23050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6411" y="7596118"/>
              <a:ext cx="114300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6411" y="8034268"/>
              <a:ext cx="114300" cy="1142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6411" y="8472418"/>
              <a:ext cx="114300" cy="1142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6411" y="8910568"/>
              <a:ext cx="114300" cy="114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6411" y="9348718"/>
              <a:ext cx="114300" cy="114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6411" y="9786868"/>
              <a:ext cx="114300" cy="1142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136062" y="6624256"/>
            <a:ext cx="3382010" cy="33927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65" dirty="0">
                <a:latin typeface="Arial Black"/>
                <a:cs typeface="Arial Black"/>
              </a:rPr>
              <a:t>TEAM</a:t>
            </a:r>
            <a:r>
              <a:rPr sz="3000" spc="-290" dirty="0">
                <a:latin typeface="Arial Black"/>
                <a:cs typeface="Arial Black"/>
              </a:rPr>
              <a:t> </a:t>
            </a:r>
            <a:r>
              <a:rPr sz="3000" spc="-120" dirty="0">
                <a:latin typeface="Arial Black"/>
                <a:cs typeface="Arial Black"/>
              </a:rPr>
              <a:t>MEMBERS:</a:t>
            </a:r>
            <a:endParaRPr sz="3000" dirty="0">
              <a:latin typeface="Arial Black"/>
              <a:cs typeface="Arial Black"/>
            </a:endParaRPr>
          </a:p>
          <a:p>
            <a:pPr marL="551815" marR="5080">
              <a:lnSpc>
                <a:spcPct val="114999"/>
              </a:lnSpc>
              <a:spcBef>
                <a:spcPts val="2350"/>
              </a:spcBef>
            </a:pPr>
            <a:r>
              <a:rPr lang="en-US" sz="2500" spc="-90" dirty="0">
                <a:latin typeface="Verdana"/>
                <a:cs typeface="Verdana"/>
              </a:rPr>
              <a:t>JATIN SHARMA</a:t>
            </a:r>
            <a:r>
              <a:rPr sz="2500" spc="-20" dirty="0">
                <a:latin typeface="Verdana"/>
                <a:cs typeface="Verdana"/>
              </a:rPr>
              <a:t> </a:t>
            </a:r>
            <a:r>
              <a:rPr sz="2500" spc="-125" dirty="0">
                <a:latin typeface="Verdana"/>
                <a:cs typeface="Verdana"/>
              </a:rPr>
              <a:t>ADITYA</a:t>
            </a:r>
            <a:r>
              <a:rPr sz="2500" spc="-229" dirty="0">
                <a:latin typeface="Verdana"/>
                <a:cs typeface="Verdana"/>
              </a:rPr>
              <a:t> </a:t>
            </a:r>
            <a:r>
              <a:rPr sz="2500" spc="-25" dirty="0">
                <a:latin typeface="Verdana"/>
                <a:cs typeface="Verdana"/>
              </a:rPr>
              <a:t>RAJ </a:t>
            </a:r>
            <a:r>
              <a:rPr sz="2500" spc="-10" dirty="0">
                <a:latin typeface="Verdana"/>
                <a:cs typeface="Verdana"/>
              </a:rPr>
              <a:t>PRTHAM</a:t>
            </a:r>
            <a:r>
              <a:rPr sz="2500" spc="-254" dirty="0">
                <a:latin typeface="Verdana"/>
                <a:cs typeface="Verdana"/>
              </a:rPr>
              <a:t> </a:t>
            </a:r>
            <a:r>
              <a:rPr sz="2500" spc="-20" dirty="0">
                <a:latin typeface="Verdana"/>
                <a:cs typeface="Verdana"/>
              </a:rPr>
              <a:t>KUMAR </a:t>
            </a:r>
            <a:r>
              <a:rPr sz="2500" spc="-40" dirty="0">
                <a:latin typeface="Verdana"/>
                <a:cs typeface="Verdana"/>
              </a:rPr>
              <a:t>SANJEEV</a:t>
            </a:r>
            <a:r>
              <a:rPr sz="2500" spc="-215" dirty="0">
                <a:latin typeface="Verdana"/>
                <a:cs typeface="Verdana"/>
              </a:rPr>
              <a:t> </a:t>
            </a:r>
            <a:r>
              <a:rPr sz="2500" spc="-35" dirty="0">
                <a:latin typeface="Verdana"/>
                <a:cs typeface="Verdana"/>
              </a:rPr>
              <a:t>MAURYA </a:t>
            </a:r>
            <a:r>
              <a:rPr sz="2500" spc="-90" dirty="0">
                <a:latin typeface="Verdana"/>
                <a:cs typeface="Verdana"/>
              </a:rPr>
              <a:t>PALLAVI</a:t>
            </a:r>
            <a:r>
              <a:rPr sz="2500" spc="-21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KUMARI </a:t>
            </a:r>
            <a:r>
              <a:rPr sz="2500" spc="-40" dirty="0">
                <a:latin typeface="Verdana"/>
                <a:cs typeface="Verdana"/>
              </a:rPr>
              <a:t>NEHA</a:t>
            </a:r>
            <a:r>
              <a:rPr sz="2500" spc="-240" dirty="0">
                <a:latin typeface="Verdana"/>
                <a:cs typeface="Verdana"/>
              </a:rPr>
              <a:t> </a:t>
            </a:r>
            <a:r>
              <a:rPr sz="2500" spc="-10" dirty="0">
                <a:latin typeface="Verdana"/>
                <a:cs typeface="Verdana"/>
              </a:rPr>
              <a:t>GANGWAR</a:t>
            </a:r>
            <a:endParaRPr sz="25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109">
              <a:lnSpc>
                <a:spcPct val="100000"/>
              </a:lnSpc>
              <a:spcBef>
                <a:spcPts val="100"/>
              </a:spcBef>
            </a:pPr>
            <a:r>
              <a:rPr sz="8200" spc="-400" dirty="0"/>
              <a:t>Introduction</a:t>
            </a:r>
            <a:endParaRPr sz="8200"/>
          </a:p>
        </p:txBody>
      </p:sp>
      <p:grpSp>
        <p:nvGrpSpPr>
          <p:cNvPr id="4" name="object 4"/>
          <p:cNvGrpSpPr/>
          <p:nvPr/>
        </p:nvGrpSpPr>
        <p:grpSpPr>
          <a:xfrm>
            <a:off x="1140823" y="2994604"/>
            <a:ext cx="133350" cy="4400550"/>
            <a:chOff x="1140823" y="2994604"/>
            <a:chExt cx="133350" cy="44005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0823" y="2994604"/>
              <a:ext cx="133349" cy="1333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0823" y="4061404"/>
              <a:ext cx="133349" cy="1333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0823" y="5128204"/>
              <a:ext cx="133349" cy="1333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0823" y="6195004"/>
              <a:ext cx="133349" cy="1333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0823" y="7261803"/>
              <a:ext cx="133349" cy="1333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461647" y="2724748"/>
            <a:ext cx="6721475" cy="535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21970">
              <a:lnSpc>
                <a:spcPct val="116700"/>
              </a:lnSpc>
              <a:spcBef>
                <a:spcPts val="95"/>
              </a:spcBef>
            </a:pP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web-</a:t>
            </a:r>
            <a:r>
              <a:rPr sz="3000" spc="-55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sz="300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0" dirty="0">
                <a:solidFill>
                  <a:srgbClr val="FFFFFF"/>
                </a:solidFill>
                <a:latin typeface="Verdana"/>
                <a:cs typeface="Verdana"/>
              </a:rPr>
              <a:t>platform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300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allows </a:t>
            </a:r>
            <a:r>
              <a:rPr sz="3000" spc="-80" dirty="0">
                <a:solidFill>
                  <a:srgbClr val="FFFFFF"/>
                </a:solidFill>
                <a:latin typeface="Verdana"/>
                <a:cs typeface="Verdana"/>
              </a:rPr>
              <a:t>users</a:t>
            </a:r>
            <a:r>
              <a:rPr sz="300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0" dirty="0">
                <a:solidFill>
                  <a:srgbClr val="FFFFFF"/>
                </a:solidFill>
                <a:latin typeface="Verdana"/>
                <a:cs typeface="Verdana"/>
              </a:rPr>
              <a:t>report</a:t>
            </a:r>
            <a:r>
              <a:rPr sz="300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0" dirty="0">
                <a:solidFill>
                  <a:srgbClr val="FFFFFF"/>
                </a:solidFill>
                <a:latin typeface="Verdana"/>
                <a:cs typeface="Verdana"/>
              </a:rPr>
              <a:t>crimes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online.</a:t>
            </a:r>
            <a:endParaRPr sz="3000">
              <a:latin typeface="Verdana"/>
              <a:cs typeface="Verdana"/>
            </a:endParaRPr>
          </a:p>
          <a:p>
            <a:pPr marL="12700" marR="300355">
              <a:lnSpc>
                <a:spcPts val="4200"/>
              </a:lnSpc>
              <a:spcBef>
                <a:spcPts val="240"/>
              </a:spcBef>
            </a:pPr>
            <a:r>
              <a:rPr sz="3000" spc="-95" dirty="0">
                <a:solidFill>
                  <a:srgbClr val="FFFFFF"/>
                </a:solidFill>
                <a:latin typeface="Verdana"/>
                <a:cs typeface="Verdana"/>
              </a:rPr>
              <a:t>Makes</a:t>
            </a:r>
            <a:r>
              <a:rPr sz="3000" spc="-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14" dirty="0">
                <a:solidFill>
                  <a:srgbClr val="FFFFFF"/>
                </a:solidFill>
                <a:latin typeface="Verdana"/>
                <a:cs typeface="Verdana"/>
              </a:rPr>
              <a:t>easy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citizens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submit </a:t>
            </a:r>
            <a:r>
              <a:rPr sz="3000" spc="-35" dirty="0">
                <a:solidFill>
                  <a:srgbClr val="FFFFFF"/>
                </a:solidFill>
                <a:latin typeface="Verdana"/>
                <a:cs typeface="Verdana"/>
              </a:rPr>
              <a:t>complaints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300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anywhere.</a:t>
            </a:r>
            <a:endParaRPr sz="3000">
              <a:latin typeface="Verdana"/>
              <a:cs typeface="Verdana"/>
            </a:endParaRPr>
          </a:p>
          <a:p>
            <a:pPr marL="12700" marR="50165">
              <a:lnSpc>
                <a:spcPts val="4200"/>
              </a:lnSpc>
            </a:pPr>
            <a:r>
              <a:rPr sz="3000" spc="-40" dirty="0">
                <a:solidFill>
                  <a:srgbClr val="FFFFFF"/>
                </a:solidFill>
                <a:latin typeface="Verdana"/>
                <a:cs typeface="Verdana"/>
              </a:rPr>
              <a:t>Provides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police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5" dirty="0">
                <a:solidFill>
                  <a:srgbClr val="FFFFFF"/>
                </a:solidFill>
                <a:latin typeface="Verdana"/>
                <a:cs typeface="Verdana"/>
              </a:rPr>
              <a:t>digital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0" dirty="0">
                <a:solidFill>
                  <a:srgbClr val="FFFFFF"/>
                </a:solidFill>
                <a:latin typeface="Verdana"/>
                <a:cs typeface="Verdana"/>
              </a:rPr>
              <a:t>system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3000" spc="-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track</a:t>
            </a:r>
            <a:r>
              <a:rPr sz="3000" spc="-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50" dirty="0">
                <a:solidFill>
                  <a:srgbClr val="FFFFFF"/>
                </a:solidFill>
                <a:latin typeface="Verdana"/>
                <a:cs typeface="Verdana"/>
              </a:rPr>
              <a:t>manage</a:t>
            </a:r>
            <a:r>
              <a:rPr sz="3000" spc="-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cases.</a:t>
            </a:r>
            <a:endParaRPr sz="3000">
              <a:latin typeface="Verdana"/>
              <a:cs typeface="Verdana"/>
            </a:endParaRPr>
          </a:p>
          <a:p>
            <a:pPr marL="12700" marR="5080">
              <a:lnSpc>
                <a:spcPts val="4200"/>
              </a:lnSpc>
            </a:pP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Enhances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transparency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5" dirty="0">
                <a:solidFill>
                  <a:srgbClr val="FFFFFF"/>
                </a:solidFill>
                <a:latin typeface="Verdana"/>
                <a:cs typeface="Verdana"/>
              </a:rPr>
              <a:t>between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public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80" dirty="0">
                <a:solidFill>
                  <a:srgbClr val="FFFFFF"/>
                </a:solidFill>
                <a:latin typeface="Verdana"/>
                <a:cs typeface="Verdana"/>
              </a:rPr>
              <a:t>law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enforcement.</a:t>
            </a:r>
            <a:endParaRPr sz="3000">
              <a:latin typeface="Verdana"/>
              <a:cs typeface="Verdana"/>
            </a:endParaRPr>
          </a:p>
          <a:p>
            <a:pPr marL="12700" marR="173355">
              <a:lnSpc>
                <a:spcPts val="4200"/>
              </a:lnSpc>
            </a:pPr>
            <a:r>
              <a:rPr sz="3000" spc="-114" dirty="0">
                <a:solidFill>
                  <a:srgbClr val="FFFFFF"/>
                </a:solidFill>
                <a:latin typeface="Verdana"/>
                <a:cs typeface="Verdana"/>
              </a:rPr>
              <a:t>Improves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FFFFFF"/>
                </a:solidFill>
                <a:latin typeface="Verdana"/>
                <a:cs typeface="Verdana"/>
              </a:rPr>
              <a:t>accuracy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00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reduces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3000" spc="-55" dirty="0">
                <a:solidFill>
                  <a:srgbClr val="FFFFFF"/>
                </a:solidFill>
                <a:latin typeface="Verdana"/>
                <a:cs typeface="Verdana"/>
              </a:rPr>
              <a:t>overall</a:t>
            </a:r>
            <a:r>
              <a:rPr sz="30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0" dirty="0">
                <a:solidFill>
                  <a:srgbClr val="FFFFFF"/>
                </a:solidFill>
                <a:latin typeface="Verdana"/>
                <a:cs typeface="Verdana"/>
              </a:rPr>
              <a:t>response</a:t>
            </a:r>
            <a:r>
              <a:rPr sz="30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time.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72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415" dirty="0"/>
              <a:t>PROBLEM</a:t>
            </a:r>
            <a:r>
              <a:rPr sz="5000" spc="-470" dirty="0"/>
              <a:t> </a:t>
            </a:r>
            <a:r>
              <a:rPr sz="5000" spc="-605" dirty="0"/>
              <a:t>STATEMENT</a:t>
            </a:r>
            <a:endParaRPr sz="5000"/>
          </a:p>
        </p:txBody>
      </p:sp>
      <p:grpSp>
        <p:nvGrpSpPr>
          <p:cNvPr id="4" name="object 4"/>
          <p:cNvGrpSpPr/>
          <p:nvPr/>
        </p:nvGrpSpPr>
        <p:grpSpPr>
          <a:xfrm>
            <a:off x="1087930" y="3116501"/>
            <a:ext cx="161925" cy="3543300"/>
            <a:chOff x="1087930" y="3116501"/>
            <a:chExt cx="161925" cy="35433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7930" y="3116501"/>
              <a:ext cx="161925" cy="1619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7930" y="4469051"/>
              <a:ext cx="161925" cy="1619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7930" y="5145325"/>
              <a:ext cx="161925" cy="1619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7930" y="6497875"/>
              <a:ext cx="161925" cy="1619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59356" y="2754538"/>
            <a:ext cx="6767195" cy="543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7040">
              <a:lnSpc>
                <a:spcPct val="126800"/>
              </a:lnSpc>
              <a:spcBef>
                <a:spcPts val="100"/>
              </a:spcBef>
            </a:pPr>
            <a:r>
              <a:rPr sz="3500" spc="-220" dirty="0">
                <a:solidFill>
                  <a:srgbClr val="FFFFFF"/>
                </a:solidFill>
                <a:latin typeface="Arial Black"/>
                <a:cs typeface="Arial Black"/>
              </a:rPr>
              <a:t>Traditional</a:t>
            </a:r>
            <a:r>
              <a:rPr sz="3500" spc="-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245" dirty="0">
                <a:solidFill>
                  <a:srgbClr val="FFFFFF"/>
                </a:solidFill>
                <a:latin typeface="Arial Black"/>
                <a:cs typeface="Arial Black"/>
              </a:rPr>
              <a:t>crime</a:t>
            </a:r>
            <a:r>
              <a:rPr sz="3500" spc="-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180" dirty="0">
                <a:solidFill>
                  <a:srgbClr val="FFFFFF"/>
                </a:solidFill>
                <a:latin typeface="Arial Black"/>
                <a:cs typeface="Arial Black"/>
              </a:rPr>
              <a:t>reporting</a:t>
            </a:r>
            <a:r>
              <a:rPr sz="3500" spc="-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310" dirty="0">
                <a:solidFill>
                  <a:srgbClr val="FFFFFF"/>
                </a:solidFill>
                <a:latin typeface="Arial Black"/>
                <a:cs typeface="Arial Black"/>
              </a:rPr>
              <a:t>is slow</a:t>
            </a:r>
            <a:r>
              <a:rPr sz="3500" spc="-3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204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3500" spc="-3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110" dirty="0">
                <a:solidFill>
                  <a:srgbClr val="FFFFFF"/>
                </a:solidFill>
                <a:latin typeface="Arial Black"/>
                <a:cs typeface="Arial Black"/>
              </a:rPr>
              <a:t>inconvenient.</a:t>
            </a:r>
            <a:endParaRPr sz="3500">
              <a:latin typeface="Arial Black"/>
              <a:cs typeface="Arial Black"/>
            </a:endParaRPr>
          </a:p>
          <a:p>
            <a:pPr marL="12700" marR="5080" indent="104775">
              <a:lnSpc>
                <a:spcPct val="126800"/>
              </a:lnSpc>
            </a:pPr>
            <a:r>
              <a:rPr sz="3500" spc="-210" dirty="0">
                <a:solidFill>
                  <a:srgbClr val="FFFFFF"/>
                </a:solidFill>
                <a:latin typeface="Arial Black"/>
                <a:cs typeface="Arial Black"/>
              </a:rPr>
              <a:t>Manual</a:t>
            </a:r>
            <a:r>
              <a:rPr sz="3500" spc="-3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240" dirty="0">
                <a:solidFill>
                  <a:srgbClr val="FFFFFF"/>
                </a:solidFill>
                <a:latin typeface="Arial Black"/>
                <a:cs typeface="Arial Black"/>
              </a:rPr>
              <a:t>records</a:t>
            </a:r>
            <a:r>
              <a:rPr sz="3500" spc="-3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330" dirty="0">
                <a:solidFill>
                  <a:srgbClr val="FFFFFF"/>
                </a:solidFill>
                <a:latin typeface="Arial Black"/>
                <a:cs typeface="Arial Black"/>
              </a:rPr>
              <a:t>cause</a:t>
            </a:r>
            <a:r>
              <a:rPr sz="3500" spc="-3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75" dirty="0">
                <a:solidFill>
                  <a:srgbClr val="FFFFFF"/>
                </a:solidFill>
                <a:latin typeface="Arial Black"/>
                <a:cs typeface="Arial Black"/>
              </a:rPr>
              <a:t>delays. </a:t>
            </a:r>
            <a:r>
              <a:rPr sz="3500" spc="-240" dirty="0">
                <a:solidFill>
                  <a:srgbClr val="FFFFFF"/>
                </a:solidFill>
                <a:latin typeface="Arial Black"/>
                <a:cs typeface="Arial Black"/>
              </a:rPr>
              <a:t>Citizens</a:t>
            </a:r>
            <a:r>
              <a:rPr sz="3500" spc="-3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245" dirty="0">
                <a:solidFill>
                  <a:srgbClr val="FFFFFF"/>
                </a:solidFill>
                <a:latin typeface="Arial Black"/>
                <a:cs typeface="Arial Black"/>
              </a:rPr>
              <a:t>hesitate</a:t>
            </a:r>
            <a:r>
              <a:rPr sz="3500" spc="-3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150" dirty="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sz="3500" spc="-3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195" dirty="0">
                <a:solidFill>
                  <a:srgbClr val="FFFFFF"/>
                </a:solidFill>
                <a:latin typeface="Arial Black"/>
                <a:cs typeface="Arial Black"/>
              </a:rPr>
              <a:t>visit</a:t>
            </a:r>
            <a:r>
              <a:rPr sz="3500" spc="-3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Arial Black"/>
                <a:cs typeface="Arial Black"/>
              </a:rPr>
              <a:t>police </a:t>
            </a:r>
            <a:r>
              <a:rPr sz="3500" spc="-125" dirty="0">
                <a:solidFill>
                  <a:srgbClr val="FFFFFF"/>
                </a:solidFill>
                <a:latin typeface="Arial Black"/>
                <a:cs typeface="Arial Black"/>
              </a:rPr>
              <a:t>stations.</a:t>
            </a:r>
            <a:endParaRPr sz="3500">
              <a:latin typeface="Arial Black"/>
              <a:cs typeface="Arial Black"/>
            </a:endParaRPr>
          </a:p>
          <a:p>
            <a:pPr marL="12700" marR="544195" indent="104775">
              <a:lnSpc>
                <a:spcPct val="126800"/>
              </a:lnSpc>
            </a:pPr>
            <a:r>
              <a:rPr sz="3500" spc="-3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3500" spc="-3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200" dirty="0">
                <a:solidFill>
                  <a:srgbClr val="FFFFFF"/>
                </a:solidFill>
                <a:latin typeface="Arial Black"/>
                <a:cs typeface="Arial Black"/>
              </a:rPr>
              <a:t>digital</a:t>
            </a:r>
            <a:r>
              <a:rPr sz="3500" spc="-3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180" dirty="0">
                <a:solidFill>
                  <a:srgbClr val="FFFFFF"/>
                </a:solidFill>
                <a:latin typeface="Arial Black"/>
                <a:cs typeface="Arial Black"/>
              </a:rPr>
              <a:t>solution</a:t>
            </a:r>
            <a:r>
              <a:rPr sz="3500" spc="-3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285" dirty="0">
                <a:solidFill>
                  <a:srgbClr val="FFFFFF"/>
                </a:solidFill>
                <a:latin typeface="Arial Black"/>
                <a:cs typeface="Arial Black"/>
              </a:rPr>
              <a:t>is</a:t>
            </a:r>
            <a:r>
              <a:rPr sz="3500" spc="-3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140" dirty="0">
                <a:solidFill>
                  <a:srgbClr val="FFFFFF"/>
                </a:solidFill>
                <a:latin typeface="Arial Black"/>
                <a:cs typeface="Arial Black"/>
              </a:rPr>
              <a:t>required </a:t>
            </a:r>
            <a:r>
              <a:rPr sz="3500" spc="-100" dirty="0">
                <a:solidFill>
                  <a:srgbClr val="FFFFFF"/>
                </a:solidFill>
                <a:latin typeface="Arial Black"/>
                <a:cs typeface="Arial Black"/>
              </a:rPr>
              <a:t>for</a:t>
            </a:r>
            <a:r>
              <a:rPr sz="3500" spc="-3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225" dirty="0">
                <a:solidFill>
                  <a:srgbClr val="FFFFFF"/>
                </a:solidFill>
                <a:latin typeface="Arial Black"/>
                <a:cs typeface="Arial Black"/>
              </a:rPr>
              <a:t>faster</a:t>
            </a:r>
            <a:r>
              <a:rPr sz="3500" spc="-3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204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3500" spc="-3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175" dirty="0">
                <a:solidFill>
                  <a:srgbClr val="FFFFFF"/>
                </a:solidFill>
                <a:latin typeface="Arial Black"/>
                <a:cs typeface="Arial Black"/>
              </a:rPr>
              <a:t>better</a:t>
            </a:r>
            <a:r>
              <a:rPr sz="3500" spc="-3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Arial Black"/>
                <a:cs typeface="Arial Black"/>
              </a:rPr>
              <a:t>crime </a:t>
            </a:r>
            <a:r>
              <a:rPr sz="3500" spc="-275" dirty="0">
                <a:solidFill>
                  <a:srgbClr val="FFFFFF"/>
                </a:solidFill>
                <a:latin typeface="Arial Black"/>
                <a:cs typeface="Arial Black"/>
              </a:rPr>
              <a:t>management</a:t>
            </a:r>
            <a:endParaRPr sz="3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7619" y="244488"/>
            <a:ext cx="591756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u="heavy" spc="-229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5000" u="heavy" spc="-305" dirty="0">
                <a:uFill>
                  <a:solidFill>
                    <a:srgbClr val="FFFFFF"/>
                  </a:solidFill>
                </a:uFill>
              </a:rPr>
              <a:t>Proposed</a:t>
            </a:r>
            <a:r>
              <a:rPr sz="5000" u="heavy" spc="-47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5000" u="heavy" spc="-280" dirty="0">
                <a:uFill>
                  <a:solidFill>
                    <a:srgbClr val="FFFFFF"/>
                  </a:solidFill>
                </a:uFill>
              </a:rPr>
              <a:t>Solution</a:t>
            </a:r>
            <a:endParaRPr sz="5000"/>
          </a:p>
        </p:txBody>
      </p:sp>
      <p:sp>
        <p:nvSpPr>
          <p:cNvPr id="4" name="object 4"/>
          <p:cNvSpPr txBox="1"/>
          <p:nvPr/>
        </p:nvSpPr>
        <p:spPr>
          <a:xfrm>
            <a:off x="2411892" y="8977614"/>
            <a:ext cx="2169160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3395" marR="5080" indent="-481330">
              <a:lnSpc>
                <a:spcPct val="115599"/>
              </a:lnSpc>
              <a:spcBef>
                <a:spcPts val="100"/>
              </a:spcBef>
            </a:pP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Real</a:t>
            </a:r>
            <a:r>
              <a:rPr sz="20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Time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Update 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Tracking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99287" y="8941731"/>
            <a:ext cx="1702435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" marR="5080" indent="-407034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Public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Access Module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4681" rIns="0" bIns="0" rtlCol="0">
            <a:spAutoFit/>
          </a:bodyPr>
          <a:lstStyle/>
          <a:p>
            <a:pPr marL="1985010">
              <a:lnSpc>
                <a:spcPct val="100000"/>
              </a:lnSpc>
              <a:spcBef>
                <a:spcPts val="100"/>
              </a:spcBef>
            </a:pPr>
            <a:r>
              <a:rPr sz="5000" spc="-580" dirty="0"/>
              <a:t>SYSTEM</a:t>
            </a:r>
            <a:r>
              <a:rPr sz="5000" spc="-470" dirty="0"/>
              <a:t> </a:t>
            </a:r>
            <a:r>
              <a:rPr sz="5000" spc="-505" dirty="0"/>
              <a:t>ARCHITECTURE</a:t>
            </a:r>
            <a:r>
              <a:rPr sz="5000" spc="-465" dirty="0"/>
              <a:t> </a:t>
            </a:r>
            <a:r>
              <a:rPr sz="5000" spc="705" dirty="0"/>
              <a:t>/</a:t>
            </a:r>
            <a:r>
              <a:rPr sz="5000" spc="-465" dirty="0"/>
              <a:t> </a:t>
            </a:r>
            <a:r>
              <a:rPr sz="5000" spc="-535" dirty="0"/>
              <a:t>WORK</a:t>
            </a:r>
            <a:r>
              <a:rPr sz="5000" spc="-465" dirty="0"/>
              <a:t> </a:t>
            </a:r>
            <a:r>
              <a:rPr sz="5000" spc="-445" dirty="0"/>
              <a:t>FLOW</a:t>
            </a:r>
            <a:endParaRPr sz="5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0">
              <a:lnSpc>
                <a:spcPct val="100000"/>
              </a:lnSpc>
              <a:spcBef>
                <a:spcPts val="100"/>
              </a:spcBef>
            </a:pPr>
            <a:r>
              <a:rPr sz="5000" spc="-470" dirty="0"/>
              <a:t>TECHNOLOGY</a:t>
            </a:r>
            <a:r>
              <a:rPr sz="5000" spc="-484" dirty="0"/>
              <a:t> </a:t>
            </a:r>
            <a:r>
              <a:rPr sz="5000" spc="-705" dirty="0"/>
              <a:t>STACK</a:t>
            </a:r>
            <a:endParaRPr sz="5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6285">
              <a:lnSpc>
                <a:spcPct val="100000"/>
              </a:lnSpc>
              <a:spcBef>
                <a:spcPts val="100"/>
              </a:spcBef>
            </a:pPr>
            <a:r>
              <a:rPr sz="5000" spc="-725" dirty="0"/>
              <a:t>KEY</a:t>
            </a:r>
            <a:r>
              <a:rPr sz="5000" spc="-480" dirty="0"/>
              <a:t> </a:t>
            </a:r>
            <a:r>
              <a:rPr sz="5000" spc="-595" dirty="0"/>
              <a:t>FEATURES</a:t>
            </a:r>
            <a:endParaRPr sz="5000"/>
          </a:p>
        </p:txBody>
      </p:sp>
      <p:grpSp>
        <p:nvGrpSpPr>
          <p:cNvPr id="4" name="object 4"/>
          <p:cNvGrpSpPr/>
          <p:nvPr/>
        </p:nvGrpSpPr>
        <p:grpSpPr>
          <a:xfrm>
            <a:off x="4111747" y="2914077"/>
            <a:ext cx="161925" cy="3876675"/>
            <a:chOff x="4111747" y="2914077"/>
            <a:chExt cx="161925" cy="38766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47" y="2914077"/>
              <a:ext cx="161925" cy="1619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47" y="3533202"/>
              <a:ext cx="161925" cy="1619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47" y="4152327"/>
              <a:ext cx="161925" cy="1619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47" y="4771452"/>
              <a:ext cx="161925" cy="1619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47" y="5390577"/>
              <a:ext cx="161925" cy="161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1747" y="6009702"/>
              <a:ext cx="161925" cy="1619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47" y="6628827"/>
              <a:ext cx="161925" cy="16192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483173" y="2609264"/>
            <a:ext cx="7750809" cy="4359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3500" spc="-65" dirty="0">
                <a:solidFill>
                  <a:srgbClr val="FFFFFF"/>
                </a:solidFill>
                <a:latin typeface="Verdana"/>
                <a:cs typeface="Verdana"/>
              </a:rPr>
              <a:t>User</a:t>
            </a:r>
            <a:r>
              <a:rPr sz="3500" spc="-3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45" dirty="0">
                <a:solidFill>
                  <a:srgbClr val="FFFFFF"/>
                </a:solidFill>
                <a:latin typeface="Verdana"/>
                <a:cs typeface="Verdana"/>
              </a:rPr>
              <a:t>authentication</a:t>
            </a:r>
            <a:r>
              <a:rPr sz="3500" spc="-2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125" dirty="0">
                <a:solidFill>
                  <a:srgbClr val="FFFFFF"/>
                </a:solidFill>
                <a:latin typeface="Verdana"/>
                <a:cs typeface="Verdana"/>
              </a:rPr>
              <a:t>(Login/Register) </a:t>
            </a:r>
            <a:r>
              <a:rPr sz="3500" spc="-35" dirty="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r>
              <a:rPr sz="35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5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30" dirty="0">
                <a:solidFill>
                  <a:srgbClr val="FFFFFF"/>
                </a:solidFill>
                <a:latin typeface="Verdana"/>
                <a:cs typeface="Verdana"/>
              </a:rPr>
              <a:t>complaint</a:t>
            </a:r>
            <a:r>
              <a:rPr sz="35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Verdana"/>
                <a:cs typeface="Verdana"/>
              </a:rPr>
              <a:t>online</a:t>
            </a:r>
            <a:endParaRPr sz="3500">
              <a:latin typeface="Verdana"/>
              <a:cs typeface="Verdana"/>
            </a:endParaRPr>
          </a:p>
          <a:p>
            <a:pPr marL="12700" marR="1776095">
              <a:lnSpc>
                <a:spcPts val="4870"/>
              </a:lnSpc>
              <a:spcBef>
                <a:spcPts val="125"/>
              </a:spcBef>
            </a:pPr>
            <a:r>
              <a:rPr sz="3500" spc="-95" dirty="0">
                <a:solidFill>
                  <a:srgbClr val="FFFFFF"/>
                </a:solidFill>
                <a:latin typeface="Verdana"/>
                <a:cs typeface="Verdana"/>
              </a:rPr>
              <a:t>Case</a:t>
            </a:r>
            <a:r>
              <a:rPr sz="35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105" dirty="0">
                <a:solidFill>
                  <a:srgbClr val="FFFFFF"/>
                </a:solidFill>
                <a:latin typeface="Verdana"/>
                <a:cs typeface="Verdana"/>
              </a:rPr>
              <a:t>tracking</a:t>
            </a:r>
            <a:r>
              <a:rPr sz="35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Verdana"/>
                <a:cs typeface="Verdana"/>
              </a:rPr>
              <a:t>system </a:t>
            </a:r>
            <a:r>
              <a:rPr sz="3500" spc="-65" dirty="0">
                <a:solidFill>
                  <a:srgbClr val="FFFFFF"/>
                </a:solidFill>
                <a:latin typeface="Verdana"/>
                <a:cs typeface="Verdana"/>
              </a:rPr>
              <a:t>Admin</a:t>
            </a:r>
            <a:r>
              <a:rPr sz="35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50" dirty="0">
                <a:solidFill>
                  <a:srgbClr val="FFFFFF"/>
                </a:solidFill>
                <a:latin typeface="Verdana"/>
                <a:cs typeface="Verdana"/>
              </a:rPr>
              <a:t>dashboard</a:t>
            </a:r>
            <a:r>
              <a:rPr sz="35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35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Verdana"/>
                <a:cs typeface="Verdana"/>
              </a:rPr>
              <a:t>police </a:t>
            </a:r>
            <a:r>
              <a:rPr sz="3500" spc="-95" dirty="0">
                <a:solidFill>
                  <a:srgbClr val="FFFFFF"/>
                </a:solidFill>
                <a:latin typeface="Verdana"/>
                <a:cs typeface="Verdana"/>
              </a:rPr>
              <a:t>Secure</a:t>
            </a:r>
            <a:r>
              <a:rPr sz="35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75" dirty="0">
                <a:solidFill>
                  <a:srgbClr val="FFFFFF"/>
                </a:solidFill>
                <a:latin typeface="Verdana"/>
                <a:cs typeface="Verdana"/>
              </a:rPr>
              <a:t>database</a:t>
            </a:r>
            <a:r>
              <a:rPr sz="35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Verdana"/>
                <a:cs typeface="Verdana"/>
              </a:rPr>
              <a:t>storage </a:t>
            </a:r>
            <a:r>
              <a:rPr sz="3500" spc="-75" dirty="0">
                <a:solidFill>
                  <a:srgbClr val="FFFFFF"/>
                </a:solidFill>
                <a:latin typeface="Verdana"/>
                <a:cs typeface="Verdana"/>
              </a:rPr>
              <a:t>Responsive</a:t>
            </a:r>
            <a:r>
              <a:rPr sz="35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Verdana"/>
                <a:cs typeface="Verdana"/>
              </a:rPr>
              <a:t>interface </a:t>
            </a:r>
            <a:r>
              <a:rPr sz="3500" spc="-65" dirty="0">
                <a:solidFill>
                  <a:srgbClr val="FFFFFF"/>
                </a:solidFill>
                <a:latin typeface="Verdana"/>
                <a:cs typeface="Verdana"/>
              </a:rPr>
              <a:t>Automated</a:t>
            </a:r>
            <a:r>
              <a:rPr sz="35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70" dirty="0">
                <a:solidFill>
                  <a:srgbClr val="FFFFFF"/>
                </a:solidFill>
                <a:latin typeface="Verdana"/>
                <a:cs typeface="Verdana"/>
              </a:rPr>
              <a:t>status</a:t>
            </a:r>
            <a:r>
              <a:rPr sz="35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Verdana"/>
                <a:cs typeface="Verdana"/>
              </a:rPr>
              <a:t>updates</a:t>
            </a:r>
            <a:endParaRPr sz="3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02910">
              <a:lnSpc>
                <a:spcPct val="100000"/>
              </a:lnSpc>
              <a:spcBef>
                <a:spcPts val="100"/>
              </a:spcBef>
            </a:pPr>
            <a:r>
              <a:rPr spc="-490" dirty="0"/>
              <a:t>CONCLUSION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00174" y="3047948"/>
            <a:ext cx="161925" cy="3400425"/>
            <a:chOff x="1400174" y="3047948"/>
            <a:chExt cx="161925" cy="34004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0174" y="3047948"/>
              <a:ext cx="161925" cy="1619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0174" y="4667198"/>
              <a:ext cx="161925" cy="1619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0174" y="6286448"/>
              <a:ext cx="161925" cy="16192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</a:pPr>
            <a:r>
              <a:rPr spc="-320" dirty="0"/>
              <a:t>The</a:t>
            </a:r>
            <a:r>
              <a:rPr spc="-325" dirty="0"/>
              <a:t> </a:t>
            </a:r>
            <a:r>
              <a:rPr spc="-229" dirty="0"/>
              <a:t>Crime</a:t>
            </a:r>
            <a:r>
              <a:rPr spc="-320" dirty="0"/>
              <a:t> </a:t>
            </a:r>
            <a:r>
              <a:rPr spc="-215" dirty="0"/>
              <a:t>Reporting</a:t>
            </a:r>
            <a:r>
              <a:rPr spc="-325" dirty="0"/>
              <a:t> </a:t>
            </a:r>
            <a:r>
              <a:rPr spc="-210" dirty="0"/>
              <a:t>and</a:t>
            </a:r>
            <a:r>
              <a:rPr spc="-320" dirty="0"/>
              <a:t> </a:t>
            </a:r>
            <a:r>
              <a:rPr spc="-254" dirty="0"/>
              <a:t>Management</a:t>
            </a:r>
            <a:r>
              <a:rPr spc="-320" dirty="0"/>
              <a:t> </a:t>
            </a:r>
            <a:r>
              <a:rPr spc="-280" dirty="0"/>
              <a:t>System</a:t>
            </a:r>
            <a:r>
              <a:rPr spc="-325" dirty="0"/>
              <a:t> </a:t>
            </a:r>
            <a:r>
              <a:rPr spc="-254" dirty="0"/>
              <a:t>successfully</a:t>
            </a:r>
            <a:r>
              <a:rPr spc="-320" dirty="0"/>
              <a:t> </a:t>
            </a:r>
            <a:r>
              <a:rPr spc="-155" dirty="0"/>
              <a:t>digitalizes </a:t>
            </a:r>
            <a:r>
              <a:rPr spc="-190" dirty="0"/>
              <a:t>the</a:t>
            </a:r>
            <a:r>
              <a:rPr spc="-305" dirty="0"/>
              <a:t> </a:t>
            </a:r>
            <a:r>
              <a:rPr spc="-180" dirty="0"/>
              <a:t>reporting</a:t>
            </a:r>
            <a:r>
              <a:rPr spc="-300" dirty="0"/>
              <a:t> </a:t>
            </a:r>
            <a:r>
              <a:rPr spc="-280" dirty="0"/>
              <a:t>process.</a:t>
            </a:r>
          </a:p>
          <a:p>
            <a:pPr marL="12700" marR="675005" indent="106045">
              <a:lnSpc>
                <a:spcPct val="149600"/>
              </a:lnSpc>
              <a:spcBef>
                <a:spcPts val="5"/>
              </a:spcBef>
            </a:pPr>
            <a:r>
              <a:rPr spc="-175" dirty="0"/>
              <a:t>It</a:t>
            </a:r>
            <a:r>
              <a:rPr spc="-325" dirty="0"/>
              <a:t> </a:t>
            </a:r>
            <a:r>
              <a:rPr spc="-195" dirty="0"/>
              <a:t>provides</a:t>
            </a:r>
            <a:r>
              <a:rPr spc="-325" dirty="0"/>
              <a:t> </a:t>
            </a:r>
            <a:r>
              <a:rPr spc="-355" dirty="0"/>
              <a:t>a</a:t>
            </a:r>
            <a:r>
              <a:rPr spc="-320" dirty="0"/>
              <a:t> </a:t>
            </a:r>
            <a:r>
              <a:rPr spc="-210" dirty="0"/>
              <a:t>fast,</a:t>
            </a:r>
            <a:r>
              <a:rPr spc="-325" dirty="0"/>
              <a:t> </a:t>
            </a:r>
            <a:r>
              <a:rPr spc="-290" dirty="0"/>
              <a:t>secure,</a:t>
            </a:r>
            <a:r>
              <a:rPr spc="-325" dirty="0"/>
              <a:t> </a:t>
            </a:r>
            <a:r>
              <a:rPr spc="-210" dirty="0"/>
              <a:t>and</a:t>
            </a:r>
            <a:r>
              <a:rPr spc="-320" dirty="0"/>
              <a:t> </a:t>
            </a:r>
            <a:r>
              <a:rPr spc="-185" dirty="0"/>
              <a:t>efficient</a:t>
            </a:r>
            <a:r>
              <a:rPr spc="-325" dirty="0"/>
              <a:t> </a:t>
            </a:r>
            <a:r>
              <a:rPr spc="-375" dirty="0"/>
              <a:t>way</a:t>
            </a:r>
            <a:r>
              <a:rPr spc="-325" dirty="0"/>
              <a:t> </a:t>
            </a:r>
            <a:r>
              <a:rPr spc="-95" dirty="0"/>
              <a:t>for</a:t>
            </a:r>
            <a:r>
              <a:rPr spc="-320" dirty="0"/>
              <a:t> </a:t>
            </a:r>
            <a:r>
              <a:rPr spc="-130" dirty="0"/>
              <a:t>both</a:t>
            </a:r>
            <a:r>
              <a:rPr spc="-325" dirty="0"/>
              <a:t> </a:t>
            </a:r>
            <a:r>
              <a:rPr spc="-190" dirty="0"/>
              <a:t>the</a:t>
            </a:r>
            <a:r>
              <a:rPr spc="-325" dirty="0"/>
              <a:t> </a:t>
            </a:r>
            <a:r>
              <a:rPr spc="-180" dirty="0"/>
              <a:t>public</a:t>
            </a:r>
            <a:r>
              <a:rPr spc="-320" dirty="0"/>
              <a:t> </a:t>
            </a:r>
            <a:r>
              <a:rPr spc="-25" dirty="0"/>
              <a:t>and </a:t>
            </a:r>
            <a:r>
              <a:rPr spc="-190" dirty="0"/>
              <a:t>the</a:t>
            </a:r>
            <a:r>
              <a:rPr spc="-330" dirty="0"/>
              <a:t> </a:t>
            </a:r>
            <a:r>
              <a:rPr spc="-210" dirty="0"/>
              <a:t>police</a:t>
            </a:r>
            <a:r>
              <a:rPr spc="-325" dirty="0"/>
              <a:t> </a:t>
            </a:r>
            <a:r>
              <a:rPr spc="-140" dirty="0"/>
              <a:t>to</a:t>
            </a:r>
            <a:r>
              <a:rPr spc="-325" dirty="0"/>
              <a:t> </a:t>
            </a:r>
            <a:r>
              <a:rPr spc="-85" dirty="0"/>
              <a:t>interact.</a:t>
            </a:r>
          </a:p>
          <a:p>
            <a:pPr marL="12700" marR="1848485" indent="106045">
              <a:lnSpc>
                <a:spcPct val="149600"/>
              </a:lnSpc>
            </a:pPr>
            <a:r>
              <a:rPr spc="-320" dirty="0"/>
              <a:t>The</a:t>
            </a:r>
            <a:r>
              <a:rPr spc="-310" dirty="0"/>
              <a:t> </a:t>
            </a:r>
            <a:r>
              <a:rPr spc="-200" dirty="0"/>
              <a:t>project</a:t>
            </a:r>
            <a:r>
              <a:rPr spc="-310" dirty="0"/>
              <a:t> </a:t>
            </a:r>
            <a:r>
              <a:rPr spc="-285" dirty="0"/>
              <a:t>enhances</a:t>
            </a:r>
            <a:r>
              <a:rPr spc="-310" dirty="0"/>
              <a:t> </a:t>
            </a:r>
            <a:r>
              <a:rPr spc="-235" dirty="0"/>
              <a:t>transparency</a:t>
            </a:r>
            <a:r>
              <a:rPr spc="-310" dirty="0"/>
              <a:t> </a:t>
            </a:r>
            <a:r>
              <a:rPr spc="-210" dirty="0"/>
              <a:t>and</a:t>
            </a:r>
            <a:r>
              <a:rPr spc="-310" dirty="0"/>
              <a:t> </a:t>
            </a:r>
            <a:r>
              <a:rPr spc="-220" dirty="0"/>
              <a:t>helps</a:t>
            </a:r>
            <a:r>
              <a:rPr spc="-310" dirty="0"/>
              <a:t> </a:t>
            </a:r>
            <a:r>
              <a:rPr spc="-160" dirty="0"/>
              <a:t>in</a:t>
            </a:r>
            <a:r>
              <a:rPr spc="-310" dirty="0"/>
              <a:t> </a:t>
            </a:r>
            <a:r>
              <a:rPr spc="-180" dirty="0"/>
              <a:t>better</a:t>
            </a:r>
            <a:r>
              <a:rPr spc="-310" dirty="0"/>
              <a:t> </a:t>
            </a:r>
            <a:r>
              <a:rPr spc="-80" dirty="0"/>
              <a:t>crime </a:t>
            </a:r>
            <a:r>
              <a:rPr spc="-185" dirty="0"/>
              <a:t>monitoring</a:t>
            </a:r>
            <a:r>
              <a:rPr spc="-290" dirty="0"/>
              <a:t> </a:t>
            </a:r>
            <a:r>
              <a:rPr spc="-210" dirty="0"/>
              <a:t>and</a:t>
            </a:r>
            <a:r>
              <a:rPr spc="-285" dirty="0"/>
              <a:t> </a:t>
            </a:r>
            <a:r>
              <a:rPr spc="-10" dirty="0"/>
              <a:t>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207</Words>
  <Application>Microsoft Office PowerPoint</Application>
  <PresentationFormat>Custom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 Black</vt:lpstr>
      <vt:lpstr>Verdana</vt:lpstr>
      <vt:lpstr>Office Theme</vt:lpstr>
      <vt:lpstr>JAVA PROGRAMING LAB</vt:lpstr>
      <vt:lpstr>Introduction</vt:lpstr>
      <vt:lpstr>PROBLEM STATEMENT</vt:lpstr>
      <vt:lpstr> Proposed Solution</vt:lpstr>
      <vt:lpstr>SYSTEM ARCHITECTURE / WORK FLOW</vt:lpstr>
      <vt:lpstr>TECHNOLOGY STACK</vt:lpstr>
      <vt:lpstr>KEY FEATURES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heading</dc:title>
  <dc:creator>Jatin Sharma</dc:creator>
  <cp:keywords>DAG4pyuBZHw,BAF47h9W0Bg,0</cp:keywords>
  <cp:lastModifiedBy>Ayush Gangwar</cp:lastModifiedBy>
  <cp:revision>1</cp:revision>
  <dcterms:created xsi:type="dcterms:W3CDTF">2025-11-16T03:42:27Z</dcterms:created>
  <dcterms:modified xsi:type="dcterms:W3CDTF">2025-11-16T07:48:12Z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2025-11-16T00:00:00Z</vt:filetime>
  </property>
  <property fmtid="{D5CDD505-2E9C-101B-9397-08002B2CF9AE}" pid="5" name="Producer">
    <vt:lpwstr>Canva</vt:lpwstr>
  </property>
</Properties>
</file>